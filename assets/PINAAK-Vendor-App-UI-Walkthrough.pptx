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7544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2743200"/>
            <a:ext cx="7315200" cy="7315200"/>
          </a:xfrm>
          <a:prstGeom prst="ellipse">
            <a:avLst/>
          </a:prstGeom>
          <a:solidFill>
            <a:srgbClr val="049856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-914400"/>
            <a:ext cx="4114800" cy="4114800"/>
          </a:xfrm>
          <a:prstGeom prst="ellipse">
            <a:avLst/>
          </a:prstGeom>
          <a:solidFill>
            <a:srgbClr val="F5A8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CRUISE INDIA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7432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Vendor App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F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screen-by-screen walkthrough — from assignment to payout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Vendor App Walkthrough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4181F"/>
          </a:solidFill>
          <a:ln/>
        </p:spPr>
      </p:sp>
      <p:pic>
        <p:nvPicPr>
          <p:cNvPr id="3" name="Image 0" descr="/home/claude/pinaak-ui/renders_vendor/01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3154680" cy="5870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57800" y="502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578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POINT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12080" y="1188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&amp; Sub-Role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257800" y="1965960"/>
            <a:ext cx="640080" cy="0"/>
          </a:xfrm>
          <a:prstGeom prst="line">
            <a:avLst/>
          </a:prstGeom>
          <a:noFill/>
          <a:ln w="38100">
            <a:solidFill>
              <a:srgbClr val="F5A8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7800" y="228600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Vendor ID, up to 4 logins — Owner, Booking Manager, Ops Manager, A/C Manager. Permission is bound to which login was used, enforced on the backend.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Vendor App Walkthrough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4181F"/>
          </a:solidFill>
          <a:ln/>
        </p:spPr>
      </p:sp>
      <p:pic>
        <p:nvPicPr>
          <p:cNvPr id="3" name="Image 0" descr="/home/claude/pinaak-ui/renders_vendor/02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3154680" cy="5870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57800" y="502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578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12080" y="1188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257800" y="1965960"/>
            <a:ext cx="640080" cy="0"/>
          </a:xfrm>
          <a:prstGeom prst="line">
            <a:avLst/>
          </a:prstGeom>
          <a:noFill/>
          <a:ln w="38100">
            <a:solidFill>
              <a:srgbClr val="F5A8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7800" y="228600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sub-role's home screen surfaces only what that role can act on — no dead-end cards pointing at actions the logged-in role can't perform.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Vendor App Walkthrough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4181F"/>
          </a:solidFill>
          <a:ln/>
        </p:spPr>
      </p:sp>
      <p:pic>
        <p:nvPicPr>
          <p:cNvPr id="3" name="Image 0" descr="/home/claude/pinaak-ui/renders_vendor/03-assign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3154680" cy="5870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57800" y="502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578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INTAKE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12080" y="1188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Assignments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257800" y="1965960"/>
            <a:ext cx="640080" cy="0"/>
          </a:xfrm>
          <a:prstGeom prst="line">
            <a:avLst/>
          </a:prstGeom>
          <a:noFill/>
          <a:ln w="38100">
            <a:solidFill>
              <a:srgbClr val="F5A8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7800" y="228600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booking here is already decided by UC — usually over a phone call checking availability and rate. The vendor's only in-app action is Accept or Reject; there's no bidding or competing with other vendors.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Vendor App Walkthrough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4181F"/>
          </a:solidFill>
          <a:ln/>
        </p:spPr>
      </p:sp>
      <p:pic>
        <p:nvPicPr>
          <p:cNvPr id="3" name="Image 0" descr="/home/claude/pinaak-ui/renders_vendor/04-vehicle-ma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3154680" cy="5870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57800" y="502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578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12080" y="1188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Master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257800" y="1965960"/>
            <a:ext cx="640080" cy="0"/>
          </a:xfrm>
          <a:prstGeom prst="line">
            <a:avLst/>
          </a:prstGeom>
          <a:noFill/>
          <a:ln w="38100">
            <a:solidFill>
              <a:srgbClr val="F5A8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7800" y="228600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Vendors can add and edit vehicles, but every vehicle and every vehicle image needs UC approval before it becomes bookable.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Vendor App Walkthrough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4181F"/>
          </a:solidFill>
          <a:ln/>
        </p:spPr>
      </p:sp>
      <p:pic>
        <p:nvPicPr>
          <p:cNvPr id="3" name="Image 0" descr="/home/claude/pinaak-ui/renders_vendor/05-vehicle-avail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3154680" cy="5870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57800" y="502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578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12080" y="1188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Availability Calendar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257800" y="1965960"/>
            <a:ext cx="640080" cy="0"/>
          </a:xfrm>
          <a:prstGeom prst="line">
            <a:avLst/>
          </a:prstGeom>
          <a:noFill/>
          <a:ln w="38100">
            <a:solidFill>
              <a:srgbClr val="F5A8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7800" y="228600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vendor can block a vehicle for personal use or maintenance — this tells UC the vehicle can't be offered for those dates during their manual availability check.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Vendor App Walkthrough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4181F"/>
          </a:solidFill>
          <a:ln/>
        </p:spPr>
      </p:sp>
      <p:pic>
        <p:nvPicPr>
          <p:cNvPr id="3" name="Image 0" descr="/home/claude/pinaak-ui/renders_vendor/06-driver-ma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3154680" cy="5870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57800" y="502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578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12080" y="1188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Master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257800" y="1965960"/>
            <a:ext cx="640080" cy="0"/>
          </a:xfrm>
          <a:prstGeom prst="line">
            <a:avLst/>
          </a:prstGeom>
          <a:noFill/>
          <a:ln w="38100">
            <a:solidFill>
              <a:srgbClr val="F5A8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7800" y="228600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Drivers a vendor adds directly are auto-approved. A driver who self-registers via the Driver app needs approval from either the Vendor or UC.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Vendor App Walkthrough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4181F"/>
          </a:solidFill>
          <a:ln/>
        </p:spPr>
      </p:sp>
      <p:pic>
        <p:nvPicPr>
          <p:cNvPr id="3" name="Image 0" descr="/home/claude/pinaak-ui/renders_vendor/07-trip-duty-sl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3154680" cy="5870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57800" y="502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578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12080" y="1188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&amp; Duty Slip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257800" y="1965960"/>
            <a:ext cx="640080" cy="0"/>
          </a:xfrm>
          <a:prstGeom prst="line">
            <a:avLst/>
          </a:prstGeom>
          <a:noFill/>
          <a:ln w="38100">
            <a:solidFill>
              <a:srgbClr val="F5A8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7800" y="228600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Assigning or changing the driver is free at any time. Changing the vehicle after it's been assigned needs UC's sign-off, since the customer may have already seen that vehicle's details.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Vendor App Walkthrough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4181F"/>
          </a:solidFill>
          <a:ln/>
        </p:spPr>
      </p:sp>
      <p:pic>
        <p:nvPicPr>
          <p:cNvPr id="3" name="Image 0" descr="/home/claude/pinaak-ui/renders_vendor/08-payments-ledg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3154680" cy="5870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57800" y="502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578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12080" y="1188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— Two Ledgers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257800" y="1965960"/>
            <a:ext cx="640080" cy="0"/>
          </a:xfrm>
          <a:prstGeom prst="line">
            <a:avLst/>
          </a:prstGeom>
          <a:noFill/>
          <a:ln w="38100">
            <a:solidFill>
              <a:srgbClr val="F5A8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7800" y="228600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payment collected during the trip and the vendor's own payout from UC are tracked as two separate ledgers — never merged into one number.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Vendor App Walkthrough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4181F"/>
          </a:solidFill>
          <a:ln/>
        </p:spPr>
      </p:sp>
      <p:pic>
        <p:nvPicPr>
          <p:cNvPr id="3" name="Image 0" descr="/home/claude/pinaak-ui/renders_vendor/09-feedb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3154680" cy="5870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57800" y="502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578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12080" y="1188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257800" y="1965960"/>
            <a:ext cx="640080" cy="0"/>
          </a:xfrm>
          <a:prstGeom prst="line">
            <a:avLst/>
          </a:prstGeom>
          <a:noFill/>
          <a:ln w="38100">
            <a:solidFill>
              <a:srgbClr val="F5A8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7800" y="228600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Vendors see the ratings customers left about their drivers and vehicles, and can submit their own feedback on UC's assignment process.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Vendor App Walkthrough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4181F"/>
          </a:solidFill>
          <a:ln/>
        </p:spPr>
      </p:sp>
      <p:pic>
        <p:nvPicPr>
          <p:cNvPr id="3" name="Image 0" descr="/home/claude/pinaak-ui/renders_vendor/10-notific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3154680" cy="5870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57800" y="502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578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12080" y="1188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Centre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257800" y="1965960"/>
            <a:ext cx="640080" cy="0"/>
          </a:xfrm>
          <a:prstGeom prst="line">
            <a:avLst/>
          </a:prstGeom>
          <a:noFill/>
          <a:ln w="38100">
            <a:solidFill>
              <a:srgbClr val="F5A8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7800" y="228600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Routed by sub-role — Owner sees everything; Booking Manager, Ops Manager, and A/C Manager only see what's relevant to their function.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Vendor App Walkthrough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4181F"/>
          </a:solidFill>
          <a:ln/>
        </p:spPr>
      </p:sp>
      <p:pic>
        <p:nvPicPr>
          <p:cNvPr id="3" name="Image 0" descr="/home/claude/pinaak-ui/renders_vendor/11-company-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3154680" cy="5870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57800" y="502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578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12080" y="1188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257800" y="1965960"/>
            <a:ext cx="640080" cy="0"/>
          </a:xfrm>
          <a:prstGeom prst="line">
            <a:avLst/>
          </a:prstGeom>
          <a:noFill/>
          <a:ln w="38100">
            <a:solidFill>
              <a:srgbClr val="F5A8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7800" y="228600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only inside the app — company-level detail changes go through the UC Admin Portal, the same boundary used for onboarding.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Vendor App Walkthrough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4181F"/>
          </a:solidFill>
          <a:ln/>
        </p:spPr>
      </p:sp>
      <p:pic>
        <p:nvPicPr>
          <p:cNvPr id="3" name="Image 0" descr="/home/claude/pinaak-ui/renders_vendor/12-sup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3154680" cy="5870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57800" y="502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578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12080" y="1188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257800" y="1965960"/>
            <a:ext cx="640080" cy="0"/>
          </a:xfrm>
          <a:prstGeom prst="line">
            <a:avLst/>
          </a:prstGeom>
          <a:noFill/>
          <a:ln w="38100">
            <a:solidFill>
              <a:srgbClr val="F5A8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7800" y="228600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direct line to UC Ops — for assignment issues, payment queries, or anything the app itself can't resolve.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Vendor App Walkthrough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2026-07-25T07:08:16Z</dcterms:created>
  <dcterms:modified xsi:type="dcterms:W3CDTF">2026-07-25T07:08:16Z</dcterms:modified>
</cp:coreProperties>
</file>