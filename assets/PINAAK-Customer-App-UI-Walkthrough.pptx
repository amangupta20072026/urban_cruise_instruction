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7544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0"/>
            <a:ext cx="7315200" cy="7315200"/>
          </a:xfrm>
          <a:prstGeom prst="ellipse">
            <a:avLst/>
          </a:prstGeom>
          <a:solidFill>
            <a:srgbClr val="049856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CRUISE INDIA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Customer App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screen-by-screen walkthrough — from quotation to feedback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Account Type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Corporate, and Event customers share one login screen — the account type determines what they see next. Corporate/Event accounts have 3 logins (Booking Person, Admin, A/C) sharing one profile.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surfaces exactly one “next action” card — never more than one — so a customer with multiple bookings in flight isn't overwhelmed with competing prompts.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3-enquiry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PRE-QUOTATION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Status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read-only status mirror — the enquiry itself is raised and managed by our team via the Admin Portal, not created inside this app.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4-quotation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— Tiered Comparison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vehicle tiers shown side by side. A customer can select a tier immediately, or leave a remark — which starts a new quotation version rather than a dead end.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5-booking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Bookings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and Past, at a glance. Booking ID always equals the Quotation ID — the same identifier is used by our Vendor and Driver apps downstream.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6-booking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Detail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and vehicle details stay locked until the customer acknowledges the booking. Modification requests (date, vehicle, cancellation) all route through one consistent tracker.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7-passenger-pi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PREP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&amp; Pickup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Multi-city itineraries get a pickup address per leg, not one address for the whole trip — matching how our real itineraries actually run.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8-trip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Trip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location, driver contact, and a one-time OTP the customer hands to the driver at pickup — the final check before the trip begins.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09-pay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Total, paid, and balance are always visible. Payment can never exceed the balance due. Corporate/Event bookings get a downloadable GST invoice once the trip is complete.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10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POST-TRIP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ratings for driver and vehicle, plus optional photo/video — unlocked only once a trip is marked complete.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11-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Centre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reminder here is triggered by a backend event — payment due, quotation revised, request approved — never a client-side timer, so nothing is missed on a new device.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12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Corporate/Event accounts, only the Admin login can edit account-level details — Booking Person and A/C logins are scoped to bookings and payments respectively.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/13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routing screen, not a chatbot — it hands the customer to a human, either by call or a logged query, within a committed response window.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Customer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2026-07-25T06:56:48Z</dcterms:created>
  <dcterms:modified xsi:type="dcterms:W3CDTF">2026-07-25T06:56:48Z</dcterms:modified>
</cp:coreProperties>
</file>