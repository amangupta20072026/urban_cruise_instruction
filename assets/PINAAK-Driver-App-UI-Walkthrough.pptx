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37544"/>
          </a:solidFill>
          <a:ln/>
        </p:spPr>
      </p:sp>
      <p:sp>
        <p:nvSpPr>
          <p:cNvPr id="3" name="Shape 1"/>
          <p:cNvSpPr/>
          <p:nvPr/>
        </p:nvSpPr>
        <p:spPr>
          <a:xfrm>
            <a:off x="8412480" y="-2743200"/>
            <a:ext cx="7315200" cy="7315200"/>
          </a:xfrm>
          <a:prstGeom prst="ellipse">
            <a:avLst/>
          </a:prstGeom>
          <a:solidFill>
            <a:srgbClr val="049856"/>
          </a:solidFill>
          <a:ln/>
        </p:spPr>
      </p:sp>
      <p:sp>
        <p:nvSpPr>
          <p:cNvPr id="4" name="Shape 2"/>
          <p:cNvSpPr/>
          <p:nvPr/>
        </p:nvSpPr>
        <p:spPr>
          <a:xfrm>
            <a:off x="9875520" y="-914400"/>
            <a:ext cx="4114800" cy="4114800"/>
          </a:xfrm>
          <a:prstGeom prst="ellipse">
            <a:avLst/>
          </a:prstGeom>
          <a:solidFill>
            <a:srgbClr val="F5A80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377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5A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URBAN CRUISE INDIA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27432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PINAAK Driver App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40080" y="3520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F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screen-by-screen walkthrough — from duty status to trip completion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PINAAK — Driver App Walkthrough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09160" cy="6858000"/>
          </a:xfrm>
          <a:prstGeom prst="rect">
            <a:avLst/>
          </a:prstGeom>
          <a:solidFill>
            <a:srgbClr val="14181F"/>
          </a:solidFill>
          <a:ln/>
        </p:spPr>
      </p:sp>
      <p:pic>
        <p:nvPicPr>
          <p:cNvPr id="3" name="Image 0" descr="/home/claude/pinaak-ui/renders_driver/01-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02920"/>
            <a:ext cx="3154680" cy="58704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57800" y="5029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5A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257800" y="9144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POINT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212080" y="118872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&amp; Onboarding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5257800" y="1965960"/>
            <a:ext cx="640080" cy="0"/>
          </a:xfrm>
          <a:prstGeom prst="line">
            <a:avLst/>
          </a:prstGeom>
          <a:noFill/>
          <a:ln w="38100">
            <a:solidFill>
              <a:srgbClr val="F5A8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257800" y="2286000"/>
            <a:ext cx="6309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3A4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+ OTP self-registration. A new driver's profile sits in Pending Approval until either the Vendor or UC approves it — whichever acts first.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PINAAK — Driver App Walkthrough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09160" cy="6858000"/>
          </a:xfrm>
          <a:prstGeom prst="rect">
            <a:avLst/>
          </a:prstGeom>
          <a:solidFill>
            <a:srgbClr val="14181F"/>
          </a:solidFill>
          <a:ln/>
        </p:spPr>
      </p:sp>
      <p:pic>
        <p:nvPicPr>
          <p:cNvPr id="3" name="Image 0" descr="/home/claude/pinaak-ui/renders_driver/02-duty-status-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02920"/>
            <a:ext cx="3154680" cy="58704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57800" y="5029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5A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257800" y="9144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AVAILABILITY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212080" y="118872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Duty Status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5257800" y="1965960"/>
            <a:ext cx="640080" cy="0"/>
          </a:xfrm>
          <a:prstGeom prst="line">
            <a:avLst/>
          </a:prstGeom>
          <a:noFill/>
          <a:ln w="38100">
            <a:solidFill>
              <a:srgbClr val="F5A8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257800" y="2286000"/>
            <a:ext cx="6309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3A4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missing link that makes vendor-side assignment meaningful: a Vendor can only assign a trip to a driver who is marked Available.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PINAAK — Driver App Walkthrough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09160" cy="6858000"/>
          </a:xfrm>
          <a:prstGeom prst="rect">
            <a:avLst/>
          </a:prstGeom>
          <a:solidFill>
            <a:srgbClr val="14181F"/>
          </a:solidFill>
          <a:ln/>
        </p:spPr>
      </p:sp>
      <p:pic>
        <p:nvPicPr>
          <p:cNvPr id="3" name="Image 0" descr="/home/claude/pinaak-ui/renders_driver/03-my-trip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02920"/>
            <a:ext cx="3154680" cy="58704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57800" y="5029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5A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257800" y="9144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212080" y="118872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Trips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5257800" y="1965960"/>
            <a:ext cx="640080" cy="0"/>
          </a:xfrm>
          <a:prstGeom prst="line">
            <a:avLst/>
          </a:prstGeom>
          <a:noFill/>
          <a:ln w="38100">
            <a:solidFill>
              <a:srgbClr val="F5A8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257800" y="2286000"/>
            <a:ext cx="6309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3A4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trip only appears here once the vendor has assigned this specific driver — never trips belonging to other drivers at the same vendor.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PINAAK — Driver App Walkthrough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09160" cy="6858000"/>
          </a:xfrm>
          <a:prstGeom prst="rect">
            <a:avLst/>
          </a:prstGeom>
          <a:solidFill>
            <a:srgbClr val="14181F"/>
          </a:solidFill>
          <a:ln/>
        </p:spPr>
      </p:sp>
      <p:pic>
        <p:nvPicPr>
          <p:cNvPr id="3" name="Image 0" descr="/home/claude/pinaak-ui/renders_driver/04-duty-sl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02920"/>
            <a:ext cx="3154680" cy="58704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57800" y="5029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5A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257800" y="9144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 PREP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212080" y="118872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Duty Slip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5257800" y="1965960"/>
            <a:ext cx="640080" cy="0"/>
          </a:xfrm>
          <a:prstGeom prst="line">
            <a:avLst/>
          </a:prstGeom>
          <a:noFill/>
          <a:ln w="38100">
            <a:solidFill>
              <a:srgbClr val="F5A8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257800" y="2286000"/>
            <a:ext cx="6309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3A4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name and phone stay hidden until exactly 1 day before the trip date — an exact timing rule taken straight from the Masters access matrix.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PINAAK — Driver App Walkthrough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09160" cy="6858000"/>
          </a:xfrm>
          <a:prstGeom prst="rect">
            <a:avLst/>
          </a:prstGeom>
          <a:solidFill>
            <a:srgbClr val="14181F"/>
          </a:solidFill>
          <a:ln/>
        </p:spPr>
      </p:sp>
      <p:pic>
        <p:nvPicPr>
          <p:cNvPr id="3" name="Image 0" descr="/home/claude/pinaak-ui/renders_driver/05-pretrip-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02920"/>
            <a:ext cx="3154680" cy="58704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57800" y="5029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5A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257800" y="9144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 PREP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212080" y="118872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Pre-Trip Vehicle Check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5257800" y="1965960"/>
            <a:ext cx="640080" cy="0"/>
          </a:xfrm>
          <a:prstGeom prst="line">
            <a:avLst/>
          </a:prstGeom>
          <a:noFill/>
          <a:ln w="38100">
            <a:solidFill>
              <a:srgbClr val="F5A8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257800" y="2286000"/>
            <a:ext cx="6309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3A4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driver-owned record — odometer, fuel, damage photos — separate from the Vendor's own pre-dispatch checklist, since the driver is the one physically with the vehicle at departure.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PINAAK — Driver App Walkthrough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09160" cy="6858000"/>
          </a:xfrm>
          <a:prstGeom prst="rect">
            <a:avLst/>
          </a:prstGeom>
          <a:solidFill>
            <a:srgbClr val="14181F"/>
          </a:solidFill>
          <a:ln/>
        </p:spPr>
      </p:sp>
      <p:pic>
        <p:nvPicPr>
          <p:cNvPr id="3" name="Image 0" descr="/home/claude/pinaak-ui/renders_driver/06-otp-verific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02920"/>
            <a:ext cx="3154680" cy="58704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57800" y="5029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5A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257800" y="9144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PICKUP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212080" y="118872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OTP Verification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5257800" y="1965960"/>
            <a:ext cx="640080" cy="0"/>
          </a:xfrm>
          <a:prstGeom prst="line">
            <a:avLst/>
          </a:prstGeom>
          <a:noFill/>
          <a:ln w="38100">
            <a:solidFill>
              <a:srgbClr val="F5A8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257800" y="2286000"/>
            <a:ext cx="6309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3A4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OTP fails or the customer isn't there, the driver isn't stuck — Call Customer or Request Override routes to the Vendor/UC for a manual trip-start decision.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PINAAK — Driver App Walkthrough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09160" cy="6858000"/>
          </a:xfrm>
          <a:prstGeom prst="rect">
            <a:avLst/>
          </a:prstGeom>
          <a:solidFill>
            <a:srgbClr val="14181F"/>
          </a:solidFill>
          <a:ln/>
        </p:spPr>
      </p:sp>
      <p:pic>
        <p:nvPicPr>
          <p:cNvPr id="3" name="Image 0" descr="/home/claude/pinaak-ui/renders_driver/07-live-tr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02920"/>
            <a:ext cx="3154680" cy="58704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57800" y="5029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5A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257800" y="9144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TRANSIT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212080" y="118872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Trip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5257800" y="1965960"/>
            <a:ext cx="640080" cy="0"/>
          </a:xfrm>
          <a:prstGeom prst="line">
            <a:avLst/>
          </a:prstGeom>
          <a:noFill/>
          <a:ln w="38100">
            <a:solidFill>
              <a:srgbClr val="F5A8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257800" y="2286000"/>
            <a:ext cx="6309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3A4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sharing is scoped to the trip only — not always-on background tracking. Incident reporting is one tap away, right where a driver would need it.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PINAAK — Driver App Walkthrough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09160" cy="6858000"/>
          </a:xfrm>
          <a:prstGeom prst="rect">
            <a:avLst/>
          </a:prstGeom>
          <a:solidFill>
            <a:srgbClr val="14181F"/>
          </a:solidFill>
          <a:ln/>
        </p:spPr>
      </p:sp>
      <p:pic>
        <p:nvPicPr>
          <p:cNvPr id="3" name="Image 0" descr="/home/claude/pinaak-ui/renders_driver/08-km-cap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02920"/>
            <a:ext cx="3154680" cy="58704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57800" y="5029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5A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257800" y="9144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BILLING RECORD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212080" y="118872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Start/End KM Capture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5257800" y="1965960"/>
            <a:ext cx="640080" cy="0"/>
          </a:xfrm>
          <a:prstGeom prst="line">
            <a:avLst/>
          </a:prstGeom>
          <a:noFill/>
          <a:ln w="38100">
            <a:solidFill>
              <a:srgbClr val="F5A8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257800" y="2286000"/>
            <a:ext cx="6309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3A4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KM pair per itinerary leg, not one for the whole journey. The timestamp is system-generated at the moment of the photo — never typed in — which is what makes this record trustworthy for billing disputes.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PINAAK — Driver App Walkthrough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09160" cy="6858000"/>
          </a:xfrm>
          <a:prstGeom prst="rect">
            <a:avLst/>
          </a:prstGeom>
          <a:solidFill>
            <a:srgbClr val="14181F"/>
          </a:solidFill>
          <a:ln/>
        </p:spPr>
      </p:sp>
      <p:pic>
        <p:nvPicPr>
          <p:cNvPr id="3" name="Image 0" descr="/home/claude/pinaak-ui/renders_driver/09-incident-repo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02920"/>
            <a:ext cx="3154680" cy="58704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57800" y="5029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5A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257800" y="9144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212080" y="118872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Report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5257800" y="1965960"/>
            <a:ext cx="640080" cy="0"/>
          </a:xfrm>
          <a:prstGeom prst="line">
            <a:avLst/>
          </a:prstGeom>
          <a:noFill/>
          <a:ln w="38100">
            <a:solidFill>
              <a:srgbClr val="F5A8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257800" y="2286000"/>
            <a:ext cx="6309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3A4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Breakdown, accident, or a customer no-show — submission notifies the Vendor and UC at the same time, not one waiting to notice after the other.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PINAAK — Driver App Walkthrough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09160" cy="6858000"/>
          </a:xfrm>
          <a:prstGeom prst="rect">
            <a:avLst/>
          </a:prstGeom>
          <a:solidFill>
            <a:srgbClr val="14181F"/>
          </a:solidFill>
          <a:ln/>
        </p:spPr>
      </p:sp>
      <p:pic>
        <p:nvPicPr>
          <p:cNvPr id="3" name="Image 0" descr="/home/claude/pinaak-ui/renders_driver/10-paym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02920"/>
            <a:ext cx="3154680" cy="58704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57800" y="5029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5A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257800" y="9144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212080" y="118872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5257800" y="1965960"/>
            <a:ext cx="640080" cy="0"/>
          </a:xfrm>
          <a:prstGeom prst="line">
            <a:avLst/>
          </a:prstGeom>
          <a:noFill/>
          <a:ln w="38100">
            <a:solidFill>
              <a:srgbClr val="F5A8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257800" y="2286000"/>
            <a:ext cx="6309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3A4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driver's confirmation is the first link in the reconciliation chain — the Vendor's own ledger then reconciles the same transaction on their side.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PINAAK — Driver App Walkthrough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09160" cy="6858000"/>
          </a:xfrm>
          <a:prstGeom prst="rect">
            <a:avLst/>
          </a:prstGeom>
          <a:solidFill>
            <a:srgbClr val="14181F"/>
          </a:solidFill>
          <a:ln/>
        </p:spPr>
      </p:sp>
      <p:pic>
        <p:nvPicPr>
          <p:cNvPr id="3" name="Image 0" descr="/home/claude/pinaak-ui/renders_driver/11-notifica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02920"/>
            <a:ext cx="3154680" cy="58704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57800" y="5029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5A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257800" y="9144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212080" y="118872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Notifications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5257800" y="1965960"/>
            <a:ext cx="640080" cy="0"/>
          </a:xfrm>
          <a:prstGeom prst="line">
            <a:avLst/>
          </a:prstGeom>
          <a:noFill/>
          <a:ln w="38100">
            <a:solidFill>
              <a:srgbClr val="F5A8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257800" y="2286000"/>
            <a:ext cx="6309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3A4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Upcoming-trip reminders plus status updates on anything the driver has flagged — an override request, an incident report.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PINAAK — Driver App Walkthrough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09160" cy="6858000"/>
          </a:xfrm>
          <a:prstGeom prst="rect">
            <a:avLst/>
          </a:prstGeom>
          <a:solidFill>
            <a:srgbClr val="14181F"/>
          </a:solidFill>
          <a:ln/>
        </p:spPr>
      </p:sp>
      <p:pic>
        <p:nvPicPr>
          <p:cNvPr id="3" name="Image 0" descr="/home/claude/pinaak-ui/renders_driver/12-pro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02920"/>
            <a:ext cx="3154680" cy="58704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57800" y="5029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5A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257800" y="9144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212080" y="118872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5257800" y="1965960"/>
            <a:ext cx="640080" cy="0"/>
          </a:xfrm>
          <a:prstGeom prst="line">
            <a:avLst/>
          </a:prstGeom>
          <a:noFill/>
          <a:ln w="38100">
            <a:solidFill>
              <a:srgbClr val="F5A8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257800" y="2286000"/>
            <a:ext cx="6309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3A4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View-only for most fields — a driver can propose a photo or license update, but it needs Vendor or UC approval before it takes effect.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PINAAK — Driver App Walkthrough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09160" cy="6858000"/>
          </a:xfrm>
          <a:prstGeom prst="rect">
            <a:avLst/>
          </a:prstGeom>
          <a:solidFill>
            <a:srgbClr val="14181F"/>
          </a:solidFill>
          <a:ln/>
        </p:spPr>
      </p:sp>
      <p:pic>
        <p:nvPicPr>
          <p:cNvPr id="3" name="Image 0" descr="/home/claude/pinaak-ui/renders_driver/13-suppo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02920"/>
            <a:ext cx="3154680" cy="58704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57800" y="5029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5A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257800" y="9144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 &amp; SAFETY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212080" y="118872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5257800" y="1965960"/>
            <a:ext cx="640080" cy="0"/>
          </a:xfrm>
          <a:prstGeom prst="line">
            <a:avLst/>
          </a:prstGeom>
          <a:noFill/>
          <a:ln w="38100">
            <a:solidFill>
              <a:srgbClr val="F5A8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257800" y="2286000"/>
            <a:ext cx="6309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3A4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dedicated SOS sits above routine support — proposed now since it's cheap to build up front and standard in any fleet app, even though it wasn't in the original requirement.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PINAAK — Driver App Walkthrough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2026-07-28T06:35:07Z</dcterms:created>
  <dcterms:modified xsi:type="dcterms:W3CDTF">2026-07-28T06:35:07Z</dcterms:modified>
</cp:coreProperties>
</file>